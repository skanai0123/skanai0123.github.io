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8DE3"/>
    <a:srgbClr val="6BAFCA"/>
    <a:srgbClr val="504647"/>
    <a:srgbClr val="5770BC"/>
    <a:srgbClr val="714571"/>
    <a:srgbClr val="A7A47D"/>
    <a:srgbClr val="9EA027"/>
    <a:srgbClr val="EA6B8D"/>
    <a:srgbClr val="73ACD2"/>
    <a:srgbClr val="A57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32" y="2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4C76E8-25C8-5E72-A70B-41CD29087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B90A7B-250D-260E-E7C1-6D0237EFE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1C2D66-CA38-43CA-F313-90D26C15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D3F960-4EF3-6991-9C18-08652CAE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2F896-5FC3-0484-D4C3-5EEF2C43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914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536B7E-8714-9520-D7D3-13F22C69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7A1D8C-2308-526D-9434-2853EA80E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07C5A1-BF9C-42DC-CB77-E3314AD6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887062-63BB-A5B6-7743-143408F4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70032F-20D5-67DD-8DEB-35E23CC2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81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C8F5CB-7846-1B0A-3B22-6907AC4F5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D86BDF-E5CF-DAEA-A7E9-DE9422144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1A8ED2-DCC3-5177-4A21-11B12FF6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698428-1A05-740E-866A-6945BE71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F5853F-68CF-3B00-E36F-C0DAB975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72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CC6100-C036-CC9B-0A71-C0022206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D88A2E-D2D9-963A-DE8F-A8FB4B6D3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3FFB9C-62DD-559D-E063-E0058C982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8562C2-D5A9-F87A-8DFE-254C18B4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73D561-4345-120B-FB26-1CF0D094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C8325A-A00E-04BC-6CD7-0480860F7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566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3AEB4B-901A-486B-3DD0-D69DD4BAD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AF7CFB-CAE4-5054-4D74-C3167682A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457D43-F650-1B39-995F-7E3E13B85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186561A-2B94-C1F3-B937-11DAE0CA2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25938E-E64F-6EFB-BDF5-8A231AE92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638EE37-65DA-3F4B-0D24-345AD508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0C3F520-C1D2-6AD0-E517-BACBAD78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C61BD45-C897-0C5D-ABD3-1BDA8C30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58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F1DF47-4164-332A-19CF-9DA3163A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AB6B6F-49AB-7537-C810-F5A528C1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D17B06-C952-089E-3714-72B1C114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9676CD-3F22-66BC-8925-F9C5AE5D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87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4507371-9898-F388-9ED6-E55E0566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92789FE-75D1-A0A2-9884-00BAEBFE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9940FF-C0C0-F122-4B7A-13623B2C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51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02FEC-7708-AEA4-CC54-80122C1C9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356606-8A71-E767-0800-0B90731A6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690830-22EE-C43F-4715-115A981F2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DDB7E9-F385-78AE-7381-10580D3B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06B062-BF9D-B8D5-B18B-C8E8CBB34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8429E2-2193-20F9-ABEA-CACFA02D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097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65078-463C-1F0D-3FC2-C8749958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C4E9696-8B32-DC8E-FDDB-51D2B94F2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EBFBBE-97BE-0F32-77AF-22C00A1F1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4E6A53-6C74-D43E-BA02-DFEC4FC0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E99CBC-479E-4E67-888A-B41AE735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DE871A-526C-3E87-94FC-A3107C6F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0651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A0E2B-37BD-8CB8-FD21-861FA627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7D5ACE-C9F4-5B1F-FB22-810C20073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6A3B17-A061-3AED-7025-16A17C63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CBF3EB-2118-85AB-C405-93951C3E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E04E22-CA63-64EC-C1C9-725FE2C0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920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9D343D-7A19-E0BA-37D7-E7578BBB6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4D0446-BCEC-8679-024A-5028632A2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6112CD-E47E-CD28-4885-11775341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2159A8-7D61-71ED-0980-5D564776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B7966F-FB6D-1E22-23BE-B65F43E3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70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2BFFC84-8897-B2FF-9494-8C631217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33E1E5-35C8-4F60-BBBD-309C757DC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B65E5C-85E8-A809-6B9A-886F560AF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96D11-B992-49C5-8CDD-FB92999138E6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81C78B-F0F7-C855-1BD7-33A224517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00AFBE-F4A9-0D65-7027-6B3E38BD5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8B05D-106F-4F0D-A115-064BA3B2D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25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2BE4903D-491C-3DC4-C64F-5C6C08466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9" y="530675"/>
            <a:ext cx="11831701" cy="3553321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029D9B6-3C2D-D158-D132-49156072BB0A}"/>
              </a:ext>
            </a:extLst>
          </p:cNvPr>
          <p:cNvSpPr/>
          <p:nvPr/>
        </p:nvSpPr>
        <p:spPr>
          <a:xfrm>
            <a:off x="277685" y="4083996"/>
            <a:ext cx="963492" cy="963492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F0C5DA0-49D1-03CA-C392-436B2AB5C4CE}"/>
              </a:ext>
            </a:extLst>
          </p:cNvPr>
          <p:cNvSpPr/>
          <p:nvPr/>
        </p:nvSpPr>
        <p:spPr>
          <a:xfrm>
            <a:off x="1586641" y="4083996"/>
            <a:ext cx="963492" cy="963492"/>
          </a:xfrm>
          <a:prstGeom prst="roundRect">
            <a:avLst/>
          </a:prstGeom>
          <a:solidFill>
            <a:srgbClr val="E16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6E85B67-52ED-7987-6F7F-BE7C51EC4C45}"/>
              </a:ext>
            </a:extLst>
          </p:cNvPr>
          <p:cNvSpPr/>
          <p:nvPr/>
        </p:nvSpPr>
        <p:spPr>
          <a:xfrm>
            <a:off x="2895597" y="4083996"/>
            <a:ext cx="963492" cy="963492"/>
          </a:xfrm>
          <a:prstGeom prst="roundRect">
            <a:avLst/>
          </a:prstGeom>
          <a:solidFill>
            <a:srgbClr val="329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2FBD854-7E3E-CB59-7B74-1C8028A97AE8}"/>
              </a:ext>
            </a:extLst>
          </p:cNvPr>
          <p:cNvSpPr/>
          <p:nvPr/>
        </p:nvSpPr>
        <p:spPr>
          <a:xfrm>
            <a:off x="4204553" y="4083996"/>
            <a:ext cx="963492" cy="963492"/>
          </a:xfrm>
          <a:prstGeom prst="roundRect">
            <a:avLst/>
          </a:prstGeom>
          <a:solidFill>
            <a:srgbClr val="DFBC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68E5F7E-B44A-74F0-4299-DD9C181E6D78}"/>
              </a:ext>
            </a:extLst>
          </p:cNvPr>
          <p:cNvSpPr/>
          <p:nvPr/>
        </p:nvSpPr>
        <p:spPr>
          <a:xfrm>
            <a:off x="5513509" y="4083996"/>
            <a:ext cx="963492" cy="963492"/>
          </a:xfrm>
          <a:prstGeom prst="roundRect">
            <a:avLst/>
          </a:prstGeom>
          <a:solidFill>
            <a:srgbClr val="4497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E8C9A28-0506-F9D6-80C2-0602866691BA}"/>
              </a:ext>
            </a:extLst>
          </p:cNvPr>
          <p:cNvSpPr/>
          <p:nvPr/>
        </p:nvSpPr>
        <p:spPr>
          <a:xfrm>
            <a:off x="6822465" y="4083996"/>
            <a:ext cx="963492" cy="963492"/>
          </a:xfrm>
          <a:prstGeom prst="roundRect">
            <a:avLst/>
          </a:prstGeom>
          <a:solidFill>
            <a:srgbClr val="47C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DA0BB02-AF48-973B-7285-1A07EBCA7144}"/>
              </a:ext>
            </a:extLst>
          </p:cNvPr>
          <p:cNvSpPr/>
          <p:nvPr/>
        </p:nvSpPr>
        <p:spPr>
          <a:xfrm>
            <a:off x="8131421" y="4083996"/>
            <a:ext cx="963492" cy="963492"/>
          </a:xfrm>
          <a:prstGeom prst="roundRect">
            <a:avLst/>
          </a:prstGeom>
          <a:solidFill>
            <a:srgbClr val="E692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C7AAA77-0CA3-1942-FF78-EE2196C2A658}"/>
              </a:ext>
            </a:extLst>
          </p:cNvPr>
          <p:cNvSpPr/>
          <p:nvPr/>
        </p:nvSpPr>
        <p:spPr>
          <a:xfrm>
            <a:off x="9440377" y="4083996"/>
            <a:ext cx="963492" cy="963492"/>
          </a:xfrm>
          <a:prstGeom prst="roundRect">
            <a:avLst/>
          </a:prstGeom>
          <a:solidFill>
            <a:srgbClr val="9455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8D4B4DD-1B97-821E-977F-7DDFC3DE33E9}"/>
              </a:ext>
            </a:extLst>
          </p:cNvPr>
          <p:cNvSpPr/>
          <p:nvPr/>
        </p:nvSpPr>
        <p:spPr>
          <a:xfrm>
            <a:off x="10749330" y="4083996"/>
            <a:ext cx="963492" cy="963492"/>
          </a:xfrm>
          <a:prstGeom prst="roundRect">
            <a:avLst/>
          </a:prstGeom>
          <a:solidFill>
            <a:srgbClr val="A573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CA04412-BFCA-769B-3FEF-A1B87A3669FD}"/>
              </a:ext>
            </a:extLst>
          </p:cNvPr>
          <p:cNvSpPr/>
          <p:nvPr/>
        </p:nvSpPr>
        <p:spPr>
          <a:xfrm>
            <a:off x="277685" y="5363833"/>
            <a:ext cx="963492" cy="963492"/>
          </a:xfrm>
          <a:prstGeom prst="roundRect">
            <a:avLst/>
          </a:prstGeom>
          <a:solidFill>
            <a:srgbClr val="73AC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0B8308A-3CB2-5D10-736A-762F28980140}"/>
              </a:ext>
            </a:extLst>
          </p:cNvPr>
          <p:cNvSpPr/>
          <p:nvPr/>
        </p:nvSpPr>
        <p:spPr>
          <a:xfrm>
            <a:off x="1586641" y="5363833"/>
            <a:ext cx="963492" cy="963492"/>
          </a:xfrm>
          <a:prstGeom prst="roundRect">
            <a:avLst/>
          </a:prstGeom>
          <a:solidFill>
            <a:srgbClr val="EA6B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0312448-E465-6764-3B76-5A60546F426C}"/>
              </a:ext>
            </a:extLst>
          </p:cNvPr>
          <p:cNvSpPr/>
          <p:nvPr/>
        </p:nvSpPr>
        <p:spPr>
          <a:xfrm>
            <a:off x="2895597" y="5363833"/>
            <a:ext cx="963492" cy="963492"/>
          </a:xfrm>
          <a:prstGeom prst="roundRect">
            <a:avLst/>
          </a:prstGeom>
          <a:solidFill>
            <a:srgbClr val="9EA0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71BCA9B-70E1-3121-AC85-4F0EEDCAC9D1}"/>
              </a:ext>
            </a:extLst>
          </p:cNvPr>
          <p:cNvSpPr/>
          <p:nvPr/>
        </p:nvSpPr>
        <p:spPr>
          <a:xfrm>
            <a:off x="4204553" y="5363833"/>
            <a:ext cx="963492" cy="963492"/>
          </a:xfrm>
          <a:prstGeom prst="roundRect">
            <a:avLst/>
          </a:prstGeom>
          <a:solidFill>
            <a:srgbClr val="A7A4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9B15E988-E47C-AF4D-6AD7-42F6E9E8E9FC}"/>
              </a:ext>
            </a:extLst>
          </p:cNvPr>
          <p:cNvSpPr/>
          <p:nvPr/>
        </p:nvSpPr>
        <p:spPr>
          <a:xfrm>
            <a:off x="5513509" y="5363833"/>
            <a:ext cx="963492" cy="963492"/>
          </a:xfrm>
          <a:prstGeom prst="roundRect">
            <a:avLst/>
          </a:prstGeom>
          <a:solidFill>
            <a:srgbClr val="714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9E0274A8-CDB0-74FF-CE14-6B758436584A}"/>
              </a:ext>
            </a:extLst>
          </p:cNvPr>
          <p:cNvSpPr/>
          <p:nvPr/>
        </p:nvSpPr>
        <p:spPr>
          <a:xfrm>
            <a:off x="6822465" y="5363833"/>
            <a:ext cx="963492" cy="963492"/>
          </a:xfrm>
          <a:prstGeom prst="roundRect">
            <a:avLst/>
          </a:prstGeom>
          <a:solidFill>
            <a:srgbClr val="5770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28E7A814-BC9A-B4A6-BE08-7C62752F7672}"/>
              </a:ext>
            </a:extLst>
          </p:cNvPr>
          <p:cNvSpPr/>
          <p:nvPr/>
        </p:nvSpPr>
        <p:spPr>
          <a:xfrm>
            <a:off x="8131421" y="5363833"/>
            <a:ext cx="963492" cy="963492"/>
          </a:xfrm>
          <a:prstGeom prst="roundRect">
            <a:avLst/>
          </a:prstGeom>
          <a:solidFill>
            <a:srgbClr val="5046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AA1EC1F-4D91-E571-B108-6AD3E38EFB5A}"/>
              </a:ext>
            </a:extLst>
          </p:cNvPr>
          <p:cNvSpPr/>
          <p:nvPr/>
        </p:nvSpPr>
        <p:spPr>
          <a:xfrm>
            <a:off x="9440377" y="5363833"/>
            <a:ext cx="963492" cy="963492"/>
          </a:xfrm>
          <a:prstGeom prst="roundRect">
            <a:avLst/>
          </a:prstGeom>
          <a:solidFill>
            <a:srgbClr val="6BA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D74C098-55AF-6B2E-7BE9-BAC14278CB87}"/>
              </a:ext>
            </a:extLst>
          </p:cNvPr>
          <p:cNvSpPr/>
          <p:nvPr/>
        </p:nvSpPr>
        <p:spPr>
          <a:xfrm>
            <a:off x="10749330" y="5363833"/>
            <a:ext cx="963492" cy="963492"/>
          </a:xfrm>
          <a:prstGeom prst="roundRect">
            <a:avLst/>
          </a:prstGeom>
          <a:solidFill>
            <a:srgbClr val="E28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28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8609F6C-9E93-642A-1F17-2667CB74A3E9}"/>
              </a:ext>
            </a:extLst>
          </p:cNvPr>
          <p:cNvSpPr/>
          <p:nvPr/>
        </p:nvSpPr>
        <p:spPr>
          <a:xfrm>
            <a:off x="277685" y="642296"/>
            <a:ext cx="963492" cy="963492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E3B3746-B5EC-0843-7457-39E42D458968}"/>
              </a:ext>
            </a:extLst>
          </p:cNvPr>
          <p:cNvSpPr/>
          <p:nvPr/>
        </p:nvSpPr>
        <p:spPr>
          <a:xfrm>
            <a:off x="1586641" y="642296"/>
            <a:ext cx="963492" cy="963492"/>
          </a:xfrm>
          <a:prstGeom prst="roundRect">
            <a:avLst/>
          </a:prstGeom>
          <a:solidFill>
            <a:srgbClr val="E160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52F193B-09DC-7F43-95C0-36831F03E646}"/>
              </a:ext>
            </a:extLst>
          </p:cNvPr>
          <p:cNvSpPr/>
          <p:nvPr/>
        </p:nvSpPr>
        <p:spPr>
          <a:xfrm>
            <a:off x="2895597" y="642296"/>
            <a:ext cx="963492" cy="963492"/>
          </a:xfrm>
          <a:prstGeom prst="roundRect">
            <a:avLst/>
          </a:prstGeom>
          <a:solidFill>
            <a:srgbClr val="329B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922E06D-DB9F-5725-F0A5-D17FF53660A6}"/>
              </a:ext>
            </a:extLst>
          </p:cNvPr>
          <p:cNvSpPr/>
          <p:nvPr/>
        </p:nvSpPr>
        <p:spPr>
          <a:xfrm>
            <a:off x="4204553" y="642296"/>
            <a:ext cx="963492" cy="963492"/>
          </a:xfrm>
          <a:prstGeom prst="roundRect">
            <a:avLst/>
          </a:prstGeom>
          <a:solidFill>
            <a:srgbClr val="DFBC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BBC3710-4E20-698B-C80D-A2FE232CF592}"/>
              </a:ext>
            </a:extLst>
          </p:cNvPr>
          <p:cNvSpPr/>
          <p:nvPr/>
        </p:nvSpPr>
        <p:spPr>
          <a:xfrm>
            <a:off x="5513509" y="642296"/>
            <a:ext cx="963492" cy="963492"/>
          </a:xfrm>
          <a:prstGeom prst="roundRect">
            <a:avLst/>
          </a:prstGeom>
          <a:solidFill>
            <a:srgbClr val="4497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9092294-B031-33C1-20BF-22FAE4E32687}"/>
              </a:ext>
            </a:extLst>
          </p:cNvPr>
          <p:cNvSpPr/>
          <p:nvPr/>
        </p:nvSpPr>
        <p:spPr>
          <a:xfrm>
            <a:off x="6822465" y="642296"/>
            <a:ext cx="963492" cy="963492"/>
          </a:xfrm>
          <a:prstGeom prst="roundRect">
            <a:avLst/>
          </a:prstGeom>
          <a:solidFill>
            <a:srgbClr val="47C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E125E36-05A9-7019-E45B-E011603593CE}"/>
              </a:ext>
            </a:extLst>
          </p:cNvPr>
          <p:cNvSpPr/>
          <p:nvPr/>
        </p:nvSpPr>
        <p:spPr>
          <a:xfrm>
            <a:off x="8131421" y="642296"/>
            <a:ext cx="963492" cy="963492"/>
          </a:xfrm>
          <a:prstGeom prst="roundRect">
            <a:avLst/>
          </a:prstGeom>
          <a:solidFill>
            <a:srgbClr val="E692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D47AB52-16D9-672A-1E48-955D8B13A12D}"/>
              </a:ext>
            </a:extLst>
          </p:cNvPr>
          <p:cNvSpPr/>
          <p:nvPr/>
        </p:nvSpPr>
        <p:spPr>
          <a:xfrm>
            <a:off x="9440377" y="642296"/>
            <a:ext cx="963492" cy="963492"/>
          </a:xfrm>
          <a:prstGeom prst="roundRect">
            <a:avLst/>
          </a:prstGeom>
          <a:solidFill>
            <a:srgbClr val="9455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EBB4484-A43F-66E6-F65E-47749C27F4E0}"/>
              </a:ext>
            </a:extLst>
          </p:cNvPr>
          <p:cNvSpPr/>
          <p:nvPr/>
        </p:nvSpPr>
        <p:spPr>
          <a:xfrm>
            <a:off x="10749330" y="642296"/>
            <a:ext cx="963492" cy="963492"/>
          </a:xfrm>
          <a:prstGeom prst="roundRect">
            <a:avLst/>
          </a:prstGeom>
          <a:solidFill>
            <a:srgbClr val="A573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29338D9-0D99-2D9D-2C37-A2B6FF418B49}"/>
              </a:ext>
            </a:extLst>
          </p:cNvPr>
          <p:cNvSpPr/>
          <p:nvPr/>
        </p:nvSpPr>
        <p:spPr>
          <a:xfrm>
            <a:off x="277685" y="3649333"/>
            <a:ext cx="963492" cy="963492"/>
          </a:xfrm>
          <a:prstGeom prst="roundRect">
            <a:avLst/>
          </a:prstGeom>
          <a:solidFill>
            <a:srgbClr val="73AC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D611469-B321-C668-DBE9-FB29AE2F998B}"/>
              </a:ext>
            </a:extLst>
          </p:cNvPr>
          <p:cNvSpPr/>
          <p:nvPr/>
        </p:nvSpPr>
        <p:spPr>
          <a:xfrm>
            <a:off x="1586641" y="3649333"/>
            <a:ext cx="963492" cy="963492"/>
          </a:xfrm>
          <a:prstGeom prst="roundRect">
            <a:avLst/>
          </a:prstGeom>
          <a:solidFill>
            <a:srgbClr val="EA6B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3E0AD74-E4C3-0EF4-1D07-141B3FDB8EB5}"/>
              </a:ext>
            </a:extLst>
          </p:cNvPr>
          <p:cNvSpPr/>
          <p:nvPr/>
        </p:nvSpPr>
        <p:spPr>
          <a:xfrm>
            <a:off x="2895597" y="3649333"/>
            <a:ext cx="963492" cy="963492"/>
          </a:xfrm>
          <a:prstGeom prst="roundRect">
            <a:avLst/>
          </a:prstGeom>
          <a:solidFill>
            <a:srgbClr val="9EA0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117E496-7391-900F-38E3-0DD02D6C5F7A}"/>
              </a:ext>
            </a:extLst>
          </p:cNvPr>
          <p:cNvSpPr/>
          <p:nvPr/>
        </p:nvSpPr>
        <p:spPr>
          <a:xfrm>
            <a:off x="4204553" y="3649333"/>
            <a:ext cx="963492" cy="963492"/>
          </a:xfrm>
          <a:prstGeom prst="roundRect">
            <a:avLst/>
          </a:prstGeom>
          <a:solidFill>
            <a:srgbClr val="A7A4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4397290-625D-2D1F-A27F-1A1761117302}"/>
              </a:ext>
            </a:extLst>
          </p:cNvPr>
          <p:cNvSpPr/>
          <p:nvPr/>
        </p:nvSpPr>
        <p:spPr>
          <a:xfrm>
            <a:off x="5513509" y="3649333"/>
            <a:ext cx="963492" cy="963492"/>
          </a:xfrm>
          <a:prstGeom prst="roundRect">
            <a:avLst/>
          </a:prstGeom>
          <a:solidFill>
            <a:srgbClr val="714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121DB05-C890-237E-E9E5-BF1D843571F0}"/>
              </a:ext>
            </a:extLst>
          </p:cNvPr>
          <p:cNvSpPr/>
          <p:nvPr/>
        </p:nvSpPr>
        <p:spPr>
          <a:xfrm>
            <a:off x="6822465" y="3649333"/>
            <a:ext cx="963492" cy="963492"/>
          </a:xfrm>
          <a:prstGeom prst="roundRect">
            <a:avLst/>
          </a:prstGeom>
          <a:solidFill>
            <a:srgbClr val="5770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1A20826-1EE6-F4AC-2023-33351883D1A4}"/>
              </a:ext>
            </a:extLst>
          </p:cNvPr>
          <p:cNvSpPr/>
          <p:nvPr/>
        </p:nvSpPr>
        <p:spPr>
          <a:xfrm>
            <a:off x="8131421" y="3649333"/>
            <a:ext cx="963492" cy="963492"/>
          </a:xfrm>
          <a:prstGeom prst="roundRect">
            <a:avLst/>
          </a:prstGeom>
          <a:solidFill>
            <a:srgbClr val="5046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7419CEE-7112-707E-0527-9760A1CC231D}"/>
              </a:ext>
            </a:extLst>
          </p:cNvPr>
          <p:cNvSpPr/>
          <p:nvPr/>
        </p:nvSpPr>
        <p:spPr>
          <a:xfrm>
            <a:off x="9440377" y="3649333"/>
            <a:ext cx="963492" cy="963492"/>
          </a:xfrm>
          <a:prstGeom prst="roundRect">
            <a:avLst/>
          </a:prstGeom>
          <a:solidFill>
            <a:srgbClr val="6BA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3CE18775-93BA-8D95-9011-C07DDB197E80}"/>
              </a:ext>
            </a:extLst>
          </p:cNvPr>
          <p:cNvSpPr/>
          <p:nvPr/>
        </p:nvSpPr>
        <p:spPr>
          <a:xfrm>
            <a:off x="10749330" y="3649333"/>
            <a:ext cx="963492" cy="963492"/>
          </a:xfrm>
          <a:prstGeom prst="roundRect">
            <a:avLst/>
          </a:prstGeom>
          <a:solidFill>
            <a:srgbClr val="E28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37C1C60-1418-56F7-E00A-C8C50497B212}"/>
              </a:ext>
            </a:extLst>
          </p:cNvPr>
          <p:cNvSpPr txBox="1"/>
          <p:nvPr/>
        </p:nvSpPr>
        <p:spPr>
          <a:xfrm>
            <a:off x="419100" y="186690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</a:t>
            </a:r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FDCEE6C-4562-F962-2412-823134C7D793}"/>
              </a:ext>
            </a:extLst>
          </p:cNvPr>
          <p:cNvSpPr txBox="1"/>
          <p:nvPr/>
        </p:nvSpPr>
        <p:spPr>
          <a:xfrm>
            <a:off x="1860638" y="18669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Noto Sans" panose="020B0502040504020204" pitchFamily="34" charset="0"/>
                <a:cs typeface="Noto Sans" panose="020B0502040504020204" pitchFamily="34" charset="0"/>
              </a:rPr>
              <a:t>熱</a:t>
            </a:r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41C790B-7158-568A-BAB3-88166AAD9D83}"/>
              </a:ext>
            </a:extLst>
          </p:cNvPr>
          <p:cNvSpPr txBox="1"/>
          <p:nvPr/>
        </p:nvSpPr>
        <p:spPr>
          <a:xfrm>
            <a:off x="5293848" y="1866900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磁性体</a:t>
            </a:r>
            <a:r>
              <a:rPr kumimoji="1" lang="en-US" altLang="ja-JP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/LLG</a:t>
            </a:r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2E86FF0-7B26-102F-D478-AFFA87D368B3}"/>
              </a:ext>
            </a:extLst>
          </p:cNvPr>
          <p:cNvSpPr txBox="1"/>
          <p:nvPr/>
        </p:nvSpPr>
        <p:spPr>
          <a:xfrm>
            <a:off x="3067976" y="18669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Noto Sans" panose="020B0502040504020204" pitchFamily="34" charset="0"/>
                <a:cs typeface="Noto Sans" panose="020B0502040504020204" pitchFamily="34" charset="0"/>
              </a:rPr>
              <a:t>中核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1EB3C4F-E2A3-5FAE-902C-1D12FDD4D32F}"/>
              </a:ext>
            </a:extLst>
          </p:cNvPr>
          <p:cNvSpPr txBox="1"/>
          <p:nvPr/>
        </p:nvSpPr>
        <p:spPr>
          <a:xfrm>
            <a:off x="4348446" y="18669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Noto Sans" panose="020B0502040504020204" pitchFamily="34" charset="0"/>
                <a:cs typeface="Noto Sans" panose="020B0502040504020204" pitchFamily="34" charset="0"/>
              </a:rPr>
              <a:t>電気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F5F242A-6250-7AA4-B359-E365844CD5A3}"/>
              </a:ext>
            </a:extLst>
          </p:cNvPr>
          <p:cNvSpPr txBox="1"/>
          <p:nvPr/>
        </p:nvSpPr>
        <p:spPr>
          <a:xfrm>
            <a:off x="6715740" y="18669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Noto Sans" panose="020B0502040504020204" pitchFamily="34" charset="0"/>
                <a:cs typeface="Noto Sans" panose="020B0502040504020204" pitchFamily="34" charset="0"/>
              </a:rPr>
              <a:t>計算機科学</a:t>
            </a:r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5B17C3A-D879-1B8F-CC3E-C997AF6A084A}"/>
              </a:ext>
            </a:extLst>
          </p:cNvPr>
          <p:cNvSpPr txBox="1"/>
          <p:nvPr/>
        </p:nvSpPr>
        <p:spPr>
          <a:xfrm>
            <a:off x="5441257" y="48661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Noto Sans" panose="020B0502040504020204" pitchFamily="34" charset="0"/>
                <a:cs typeface="Noto Sans" panose="020B0502040504020204" pitchFamily="34" charset="0"/>
              </a:rPr>
              <a:t>量子情報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E18B0A7-A6B0-69F4-1BCC-FA487B70676A}"/>
              </a:ext>
            </a:extLst>
          </p:cNvPr>
          <p:cNvSpPr txBox="1"/>
          <p:nvPr/>
        </p:nvSpPr>
        <p:spPr>
          <a:xfrm>
            <a:off x="133181" y="48661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Noto Sans" panose="020B0502040504020204" pitchFamily="34" charset="0"/>
                <a:cs typeface="Noto Sans" panose="020B0502040504020204" pitchFamily="34" charset="0"/>
              </a:rPr>
              <a:t>数値解析</a:t>
            </a:r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7B44647-F297-1998-6EEC-B22185D3C8C1}"/>
              </a:ext>
            </a:extLst>
          </p:cNvPr>
          <p:cNvSpPr txBox="1"/>
          <p:nvPr/>
        </p:nvSpPr>
        <p:spPr>
          <a:xfrm>
            <a:off x="1398973" y="486613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完全に遊び</a:t>
            </a:r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9CE8C2E-A353-0BF0-E5B2-0DDEC4114B56}"/>
              </a:ext>
            </a:extLst>
          </p:cNvPr>
          <p:cNvSpPr txBox="1"/>
          <p:nvPr/>
        </p:nvSpPr>
        <p:spPr>
          <a:xfrm>
            <a:off x="7986917" y="4866132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7_</a:t>
            </a:r>
            <a:r>
              <a:rPr lang="ja-JP" altLang="en-US" dirty="0"/>
              <a:t>ユーティリティ</a:t>
            </a:r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C9E92C4-3B9E-8B29-F13B-E9EAF39CC616}"/>
              </a:ext>
            </a:extLst>
          </p:cNvPr>
          <p:cNvSpPr txBox="1"/>
          <p:nvPr/>
        </p:nvSpPr>
        <p:spPr>
          <a:xfrm>
            <a:off x="9500157" y="17803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Noto Sans" panose="020B0502040504020204" pitchFamily="34" charset="0"/>
                <a:cs typeface="Noto Sans" panose="020B0502040504020204" pitchFamily="34" charset="0"/>
              </a:rPr>
              <a:t>色中心</a:t>
            </a:r>
            <a:endParaRPr kumimoji="1" lang="ja-JP" altLang="en-US" dirty="0"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84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21</Words>
  <Application>Microsoft Office PowerPoint</Application>
  <PresentationFormat>ワイド画面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Noto Sans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金井　駿</dc:creator>
  <cp:lastModifiedBy>金井　駿</cp:lastModifiedBy>
  <cp:revision>1</cp:revision>
  <dcterms:created xsi:type="dcterms:W3CDTF">2026-02-14T07:54:47Z</dcterms:created>
  <dcterms:modified xsi:type="dcterms:W3CDTF">2026-02-14T08:13:46Z</dcterms:modified>
</cp:coreProperties>
</file>